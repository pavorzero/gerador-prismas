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398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32" y="108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8EDDA311-376F-FDA4-0E01-67078F3E8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716338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Imagem 3">
            <a:extLst>
              <a:ext uri="{FF2B5EF4-FFF2-40B4-BE49-F238E27FC236}">
                <a16:creationId xmlns:a16="http://schemas.microsoft.com/office/drawing/2014/main" id="{45AFF8DF-4C34-6A4F-95A0-465BEE35D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505200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8" name="Imagem 4">
            <a:extLst>
              <a:ext uri="{FF2B5EF4-FFF2-40B4-BE49-F238E27FC236}">
                <a16:creationId xmlns:a16="http://schemas.microsoft.com/office/drawing/2014/main" id="{4B13B9EA-51E6-43CD-09A6-2445F01E66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9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DFE8CF5E-F4CD-C02B-87B6-B429390078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4737" y="2262187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m 3">
            <a:extLst>
              <a:ext uri="{FF2B5EF4-FFF2-40B4-BE49-F238E27FC236}">
                <a16:creationId xmlns:a16="http://schemas.microsoft.com/office/drawing/2014/main" id="{1812BCD4-B0EC-F6C3-0406-AF08821233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1" y="3130551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F65D82CC-DCF2-4D39-E11A-3D63E49CFB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88" t="3231" r="73385" b="90248"/>
          <a:stretch>
            <a:fillRect/>
          </a:stretch>
        </p:blipFill>
        <p:spPr>
          <a:xfrm>
            <a:off x="214311" y="3716338"/>
            <a:ext cx="1914525" cy="813202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4A9E9C48-E303-A5FB-7559-EF93CB0995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88" t="3231" r="73385" b="90248"/>
          <a:stretch>
            <a:fillRect/>
          </a:stretch>
        </p:blipFill>
        <p:spPr>
          <a:xfrm flipH="1" flipV="1">
            <a:off x="7708105" y="2180230"/>
            <a:ext cx="1914525" cy="813202"/>
          </a:xfrm>
          <a:prstGeom prst="rect">
            <a:avLst/>
          </a:prstGeom>
        </p:spPr>
      </p:pic>
      <p:sp>
        <p:nvSpPr>
          <p:cNvPr id="18" name="Text Box 9">
            <a:extLst>
              <a:ext uri="{FF2B5EF4-FFF2-40B4-BE49-F238E27FC236}">
                <a16:creationId xmlns:a16="http://schemas.microsoft.com/office/drawing/2014/main" id="{C2218831-13DA-9DF5-295A-C47A462867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38" y="4481165"/>
            <a:ext cx="9906000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sp>
        <p:nvSpPr>
          <p:cNvPr id="20" name="Text Box 9">
            <a:extLst>
              <a:ext uri="{FF2B5EF4-FFF2-40B4-BE49-F238E27FC236}">
                <a16:creationId xmlns:a16="http://schemas.microsoft.com/office/drawing/2014/main" id="{6356CA64-B5D7-BDCB-2CCA-82C697A780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7938" y="5241493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22" name="Text Box 9">
            <a:extLst>
              <a:ext uri="{FF2B5EF4-FFF2-40B4-BE49-F238E27FC236}">
                <a16:creationId xmlns:a16="http://schemas.microsoft.com/office/drawing/2014/main" id="{C8F7AE69-C175-CDA2-3AA3-BCD1FAA992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37" y="5783713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24" name="Text Box 9">
            <a:extLst>
              <a:ext uri="{FF2B5EF4-FFF2-40B4-BE49-F238E27FC236}">
                <a16:creationId xmlns:a16="http://schemas.microsoft.com/office/drawing/2014/main" id="{27A13465-ADC4-71EB-1B49-C8D0911E266C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0" y="293033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26" name="Text Box 9">
            <a:extLst>
              <a:ext uri="{FF2B5EF4-FFF2-40B4-BE49-F238E27FC236}">
                <a16:creationId xmlns:a16="http://schemas.microsoft.com/office/drawing/2014/main" id="{716D1DD6-D956-CCC7-C099-8B4A3E657D07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0" y="879538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28" name="Text Box 9">
            <a:extLst>
              <a:ext uri="{FF2B5EF4-FFF2-40B4-BE49-F238E27FC236}">
                <a16:creationId xmlns:a16="http://schemas.microsoft.com/office/drawing/2014/main" id="{E61AD1B9-5F64-C488-341E-61801B7863E7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0" y="1422742"/>
            <a:ext cx="9921875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7</cp:revision>
  <dcterms:modified xsi:type="dcterms:W3CDTF">2026-10-22T13:45:25Z</dcterms:modified>
</cp:coreProperties>
</file>