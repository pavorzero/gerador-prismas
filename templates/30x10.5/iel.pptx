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398" r:id="rId2"/>
  </p:sldIdLst>
  <p:sldSz cx="9906000" cy="6858000" type="A4"/>
  <p:notesSz cx="6805613" cy="99441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120">
          <p15:clr>
            <a:srgbClr val="A4A3A4"/>
          </p15:clr>
        </p15:guide>
        <p15:guide id="2" orient="horz" pos="2160">
          <p15:clr>
            <a:srgbClr val="A4A3A4"/>
          </p15:clr>
        </p15:guide>
        <p15:guide id="3" orient="horz" pos="2251">
          <p15:clr>
            <a:srgbClr val="A4A3A4"/>
          </p15:clr>
        </p15:guide>
        <p15:guide id="4" orient="horz" pos="2069">
          <p15:clr>
            <a:srgbClr val="A4A3A4"/>
          </p15:clr>
        </p15:guide>
        <p15:guide id="5" orient="horz" pos="2931">
          <p15:clr>
            <a:srgbClr val="A4A3A4"/>
          </p15:clr>
        </p15:guide>
        <p15:guide id="6" orient="horz" pos="138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30A330-5673-4223-9DF8-F54DE099C509}" v="32" dt="2026-10-21T19:52:47.0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329" autoAdjust="0"/>
    <p:restoredTop sz="94660"/>
  </p:normalViewPr>
  <p:slideViewPr>
    <p:cSldViewPr snapToGrid="0">
      <p:cViewPr>
        <p:scale>
          <a:sx n="125" d="100"/>
          <a:sy n="125" d="100"/>
        </p:scale>
        <p:origin x="1404" y="-96"/>
      </p:cViewPr>
      <p:guideLst>
        <p:guide pos="3120"/>
        <p:guide orient="horz" pos="2160"/>
        <p:guide orient="horz" pos="2251"/>
        <p:guide orient="horz" pos="2069"/>
        <p:guide orient="horz" pos="2931"/>
        <p:guide orient="horz" pos="138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o Carlos Costa Pereira da Silva" userId="86999073-4e96-474d-be57-b0cb0e320343" providerId="ADAL" clId="{BBD38067-A866-4367-A526-BEE2AD7DB6F3}"/>
    <pc:docChg chg="modSld">
      <pc:chgData name="Joao Carlos Costa Pereira da Silva" userId="86999073-4e96-474d-be57-b0cb0e320343" providerId="ADAL" clId="{BBD38067-A866-4367-A526-BEE2AD7DB6F3}" dt="2026-10-21T19:52:47.053" v="31" actId="1076"/>
      <pc:docMkLst>
        <pc:docMk/>
      </pc:docMkLst>
      <pc:sldChg chg="modSp">
        <pc:chgData name="Joao Carlos Costa Pereira da Silva" userId="86999073-4e96-474d-be57-b0cb0e320343" providerId="ADAL" clId="{BBD38067-A866-4367-A526-BEE2AD7DB6F3}" dt="2026-10-21T19:52:12.525" v="22" actId="197"/>
        <pc:sldMkLst>
          <pc:docMk/>
          <pc:sldMk cId="0" sldId="398"/>
        </pc:sldMkLst>
        <pc:picChg chg="mod">
          <ac:chgData name="Joao Carlos Costa Pereira da Silva" userId="86999073-4e96-474d-be57-b0cb0e320343" providerId="ADAL" clId="{BBD38067-A866-4367-A526-BEE2AD7DB6F3}" dt="2026-10-21T19:52:12.525" v="22" actId="197"/>
          <ac:picMkLst>
            <pc:docMk/>
            <pc:sldMk cId="0" sldId="398"/>
            <ac:picMk id="3" creationId="{1812BCD4-B0EC-F6C3-0406-AF08821233E0}"/>
          </ac:picMkLst>
        </pc:picChg>
        <pc:picChg chg="mod">
          <ac:chgData name="Joao Carlos Costa Pereira da Silva" userId="86999073-4e96-474d-be57-b0cb0e320343" providerId="ADAL" clId="{BBD38067-A866-4367-A526-BEE2AD7DB6F3}" dt="2026-10-21T19:50:51.031" v="14" actId="1076"/>
          <ac:picMkLst>
            <pc:docMk/>
            <pc:sldMk cId="0" sldId="398"/>
            <ac:picMk id="3079" creationId="{DFE8CF5E-F4CD-C02B-87B6-B42939007829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1:32.340" v="21" actId="1076"/>
        <pc:sldMkLst>
          <pc:docMk/>
          <pc:sldMk cId="0" sldId="399"/>
        </pc:sldMkLst>
        <pc:picChg chg="mod">
          <ac:chgData name="Joao Carlos Costa Pereira da Silva" userId="86999073-4e96-474d-be57-b0cb0e320343" providerId="ADAL" clId="{BBD38067-A866-4367-A526-BEE2AD7DB6F3}" dt="2026-10-21T19:50:57.966" v="16" actId="1076"/>
          <ac:picMkLst>
            <pc:docMk/>
            <pc:sldMk cId="0" sldId="399"/>
            <ac:picMk id="3" creationId="{8F0B2BB0-781A-B680-95B7-E66B6DD9BF44}"/>
          </ac:picMkLst>
        </pc:picChg>
        <pc:picChg chg="mod">
          <ac:chgData name="Joao Carlos Costa Pereira da Silva" userId="86999073-4e96-474d-be57-b0cb0e320343" providerId="ADAL" clId="{BBD38067-A866-4367-A526-BEE2AD7DB6F3}" dt="2026-10-21T19:51:32.340" v="21" actId="1076"/>
          <ac:picMkLst>
            <pc:docMk/>
            <pc:sldMk cId="0" sldId="399"/>
            <ac:picMk id="5" creationId="{1D6DFF42-B699-E25E-0DCF-E5F71621026D}"/>
          </ac:picMkLst>
        </pc:picChg>
        <pc:picChg chg="del">
          <ac:chgData name="Joao Carlos Costa Pereira da Silva" userId="86999073-4e96-474d-be57-b0cb0e320343" providerId="ADAL" clId="{BBD38067-A866-4367-A526-BEE2AD7DB6F3}" dt="2026-10-21T19:49:48.600" v="6" actId="478"/>
          <ac:picMkLst>
            <pc:docMk/>
            <pc:sldMk cId="0" sldId="399"/>
            <ac:picMk id="4102" creationId="{D35131B4-14AA-0C18-8642-BD7B6530A73A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2:47.053" v="31" actId="1076"/>
        <pc:sldMkLst>
          <pc:docMk/>
          <pc:sldMk cId="1168278135" sldId="403"/>
        </pc:sldMkLst>
        <pc:picChg chg="mod">
          <ac:chgData name="Joao Carlos Costa Pereira da Silva" userId="86999073-4e96-474d-be57-b0cb0e320343" providerId="ADAL" clId="{BBD38067-A866-4367-A526-BEE2AD7DB6F3}" dt="2026-10-21T19:52:21.827" v="23" actId="197"/>
          <ac:picMkLst>
            <pc:docMk/>
            <pc:sldMk cId="1168278135" sldId="403"/>
            <ac:picMk id="3" creationId="{B67B0BE5-4CF1-5808-D3E5-26DADEDC110F}"/>
          </ac:picMkLst>
        </pc:picChg>
        <pc:picChg chg="mod">
          <ac:chgData name="Joao Carlos Costa Pereira da Silva" userId="86999073-4e96-474d-be57-b0cb0e320343" providerId="ADAL" clId="{BBD38067-A866-4367-A526-BEE2AD7DB6F3}" dt="2026-10-21T19:51:13.275" v="18" actId="167"/>
          <ac:picMkLst>
            <pc:docMk/>
            <pc:sldMk cId="1168278135" sldId="403"/>
            <ac:picMk id="4" creationId="{48CC8C29-2D81-D7CD-3066-D84655890503}"/>
          </ac:picMkLst>
        </pc:picChg>
        <pc:picChg chg="mod">
          <ac:chgData name="Joao Carlos Costa Pereira da Silva" userId="86999073-4e96-474d-be57-b0cb0e320343" providerId="ADAL" clId="{BBD38067-A866-4367-A526-BEE2AD7DB6F3}" dt="2026-10-21T19:52:47.053" v="31" actId="1076"/>
          <ac:picMkLst>
            <pc:docMk/>
            <pc:sldMk cId="1168278135" sldId="403"/>
            <ac:picMk id="6" creationId="{DD4E1C2A-0D34-1D86-B0DD-787EAAFF35D2}"/>
          </ac:picMkLst>
        </pc:picChg>
        <pc:picChg chg="del">
          <ac:chgData name="Joao Carlos Costa Pereira da Silva" userId="86999073-4e96-474d-be57-b0cb0e320343" providerId="ADAL" clId="{BBD38067-A866-4367-A526-BEE2AD7DB6F3}" dt="2026-10-21T19:51:15.709" v="19" actId="478"/>
          <ac:picMkLst>
            <pc:docMk/>
            <pc:sldMk cId="1168278135" sldId="403"/>
            <ac:picMk id="3076" creationId="{F6A4DAA4-FB59-3066-477F-79FF856DC716}"/>
          </ac:picMkLst>
        </pc:picChg>
        <pc:picChg chg="del">
          <ac:chgData name="Joao Carlos Costa Pereira da Silva" userId="86999073-4e96-474d-be57-b0cb0e320343" providerId="ADAL" clId="{BBD38067-A866-4367-A526-BEE2AD7DB6F3}" dt="2026-10-21T19:52:38.874" v="29" actId="478"/>
          <ac:picMkLst>
            <pc:docMk/>
            <pc:sldMk cId="1168278135" sldId="403"/>
            <ac:picMk id="3079" creationId="{95A5885C-ABBC-D09C-D44C-C0FCBB5D303B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417D37BA-CEB8-4E49-80BD-03E3F0D6C24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60688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D1567C46-631C-EBD7-ECEC-F99BEA1B185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71913" y="0"/>
            <a:ext cx="2957512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algn="r"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2C62EECA-4070-9D2D-2D64-C067E8940360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15463"/>
            <a:ext cx="2960688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5C57CAD9-FB40-2A46-9C94-73D57C8123A3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71913" y="9415463"/>
            <a:ext cx="2957512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algn="r" defTabSz="920750" eaLnBrk="1" hangingPunct="1">
              <a:defRPr sz="1200"/>
            </a:lvl1pPr>
          </a:lstStyle>
          <a:p>
            <a:pPr>
              <a:defRPr/>
            </a:pPr>
            <a:fld id="{60B6ED88-E744-466B-A39D-5BE029F8579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E2F4CD9-54C3-BDDC-6C6A-19C09632C7A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DEE4E84-8DBF-CE34-E1B1-E80C91ACD35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3BA3E0E-0A6F-C7F4-9E1B-086CAEA97C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88114D-9053-4D59-AF31-C4B69685763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185653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2D25B3C-C5D5-5083-F573-635E06CE928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10AE5F7-F1D7-7BC2-36C5-2D166B3C15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D8903F0-86C4-2881-9BAF-6320C73D426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C092A2-C27F-49F5-9B76-B21FA463CA9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47102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D855FCB-5C89-6108-2E11-F4D182F0AF8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8341841-FB2C-F2AE-2C3E-483F4D15C44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06BECF3-084A-A4D1-C105-EEF5230369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C6052E-97FF-4831-BC9E-509073F34C66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202147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F547BD-0B18-86AB-0BE7-8BA4E32DCC7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652FB-3FD9-625C-3030-427100DE235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75CC32-2294-E576-07C2-4906DD454B0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3DB7EE-888B-4359-AFD9-19A2DCC55427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943215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0B240B98-A0E5-ECBB-BE3B-2148F1BA673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22D8E40-14EC-8069-571C-E50659D9277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A9A81C03-3983-2EA7-72D0-1CEECB5B19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7B514F-F109-45B2-8BA7-C3F4F304E5D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561162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C7CCEACA-2FA9-E51E-5EDD-CE4E18DB047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4DDC218-103E-F0EC-01BA-B09DAB2F2E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7F284F3-BA0D-3902-36FB-FA6FE1BAFEB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97D53A-BE38-4588-AF6E-4DB86084AAF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4242493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F046743F-DC28-246D-A6C5-3C4535856E2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966DB0F0-5AA6-8712-5A91-F36BE931600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1D0696A-1189-AFAE-16F8-D346427364C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E76D096-1348-42DD-A7AB-DEFF4CB03B4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71891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50919-3408-DA93-F8E5-8AD40B43789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D6FDA0-FA18-EB02-BF58-41C2369ABC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0B7B55-BEAB-ABBE-99CE-F3377E6DA48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18E12F-5336-4A4F-B128-DB199E1F2243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063453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81FE76-9BBC-9DB4-D22C-FBAFD5CE88B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A268510-023E-56BC-5609-76D7048C2A7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587774-9FFE-A29D-86D3-96A25493B03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860B003-BEE3-4EDE-8D6E-C24488F40FBE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0142196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660AAB9-9D2A-7B84-B529-E3F3852446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76A568D-65FA-ACCB-ADDF-7964BBB584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E773601-F7B2-5766-64B7-01F89D1716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1A00AE5-4F8F-4AF6-9522-DEFBC3C5008A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55032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7181850" y="274638"/>
            <a:ext cx="222885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95300" y="274638"/>
            <a:ext cx="653415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FA5A87E-3F61-342B-1991-A73ED6197DF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12A0F88-B2CE-4CF2-3003-AC24E9C1B1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C96A892-8D1F-EA51-95BB-763484554B0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8332BB-B8D8-4E4E-A97A-9FD6B63727E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546220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4CC91F98-B280-84EA-46CF-8A2B690B20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estilo do título mestre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E2583879-CC99-771D-BA53-436D7ABB20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95300" y="1600200"/>
            <a:ext cx="89154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do texto mestre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9936AF96-A8D7-D2B4-DBE4-8FEA757B2D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95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4117E382-FEC2-1AF3-1F3B-0C9DD5EADCE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84550" y="6245225"/>
            <a:ext cx="31369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9214B5BD-5F74-4231-54E6-EBB624F0E60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99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5B241C6C-4233-4A53-B9E0-F78F1387C63F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7338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30188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6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8EDDA311-376F-FDA4-0E01-67078F3E89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716338"/>
            <a:ext cx="2481263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7" name="Imagem 3">
            <a:extLst>
              <a:ext uri="{FF2B5EF4-FFF2-40B4-BE49-F238E27FC236}">
                <a16:creationId xmlns:a16="http://schemas.microsoft.com/office/drawing/2014/main" id="{45AFF8DF-4C34-6A4F-95A0-465BEE35D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>
            <a:off x="5024438" y="3476103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8" name="Imagem 4">
            <a:extLst>
              <a:ext uri="{FF2B5EF4-FFF2-40B4-BE49-F238E27FC236}">
                <a16:creationId xmlns:a16="http://schemas.microsoft.com/office/drawing/2014/main" id="{4B13B9EA-51E6-43CD-09A6-2445F01E66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475" r="53191" b="-829"/>
          <a:stretch>
            <a:fillRect/>
          </a:stretch>
        </p:blipFill>
        <p:spPr bwMode="auto">
          <a:xfrm>
            <a:off x="0" y="2992438"/>
            <a:ext cx="4881563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9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DFE8CF5E-F4CD-C02B-87B6-B429390078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4737" y="2262187"/>
            <a:ext cx="2481263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m 3">
            <a:extLst>
              <a:ext uri="{FF2B5EF4-FFF2-40B4-BE49-F238E27FC236}">
                <a16:creationId xmlns:a16="http://schemas.microsoft.com/office/drawing/2014/main" id="{1812BCD4-B0EC-F6C3-0406-AF08821233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 flipH="1" flipV="1">
            <a:off x="0" y="3054088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F65D82CC-DCF2-4D39-E11A-3D63E49CFB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88" t="3231" r="73385" b="90248"/>
          <a:stretch>
            <a:fillRect/>
          </a:stretch>
        </p:blipFill>
        <p:spPr>
          <a:xfrm>
            <a:off x="283368" y="3638866"/>
            <a:ext cx="1914525" cy="813202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4A9E9C48-E303-A5FB-7559-EF93CB09959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88" t="3231" r="73385" b="90248"/>
          <a:stretch>
            <a:fillRect/>
          </a:stretch>
        </p:blipFill>
        <p:spPr>
          <a:xfrm flipH="1" flipV="1">
            <a:off x="7791925" y="2391791"/>
            <a:ext cx="1914525" cy="813202"/>
          </a:xfrm>
          <a:prstGeom prst="rect">
            <a:avLst/>
          </a:prstGeom>
        </p:spPr>
      </p:pic>
      <p:sp>
        <p:nvSpPr>
          <p:cNvPr id="18" name="Text Box 9">
            <a:extLst>
              <a:ext uri="{FF2B5EF4-FFF2-40B4-BE49-F238E27FC236}">
                <a16:creationId xmlns:a16="http://schemas.microsoft.com/office/drawing/2014/main" id="{C2218831-13DA-9DF5-295A-C47A462867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38" y="4481165"/>
            <a:ext cx="9906000" cy="9540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5600" b="1" dirty="0">
                <a:latin typeface="Arial Black" panose="020B0A04020102020204" pitchFamily="34" charset="0"/>
              </a:rPr>
              <a:t>NOME</a:t>
            </a:r>
          </a:p>
        </p:txBody>
      </p:sp>
      <p:sp>
        <p:nvSpPr>
          <p:cNvPr id="20" name="Text Box 9">
            <a:extLst>
              <a:ext uri="{FF2B5EF4-FFF2-40B4-BE49-F238E27FC236}">
                <a16:creationId xmlns:a16="http://schemas.microsoft.com/office/drawing/2014/main" id="{6356CA64-B5D7-BDCB-2CCA-82C697A780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7938" y="5241493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CARGO</a:t>
            </a:r>
          </a:p>
        </p:txBody>
      </p:sp>
      <p:sp>
        <p:nvSpPr>
          <p:cNvPr id="22" name="Text Box 9">
            <a:extLst>
              <a:ext uri="{FF2B5EF4-FFF2-40B4-BE49-F238E27FC236}">
                <a16:creationId xmlns:a16="http://schemas.microsoft.com/office/drawing/2014/main" id="{C8F7AE69-C175-CDA2-3AA3-BCD1FAA992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37" y="5783713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24" name="Text Box 9">
            <a:extLst>
              <a:ext uri="{FF2B5EF4-FFF2-40B4-BE49-F238E27FC236}">
                <a16:creationId xmlns:a16="http://schemas.microsoft.com/office/drawing/2014/main" id="{27A13465-ADC4-71EB-1B49-C8D0911E266C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0" y="293033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26" name="Text Box 9">
            <a:extLst>
              <a:ext uri="{FF2B5EF4-FFF2-40B4-BE49-F238E27FC236}">
                <a16:creationId xmlns:a16="http://schemas.microsoft.com/office/drawing/2014/main" id="{716D1DD6-D956-CCC7-C099-8B4A3E657D07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0" y="879538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CARGO</a:t>
            </a:r>
          </a:p>
        </p:txBody>
      </p:sp>
      <p:sp>
        <p:nvSpPr>
          <p:cNvPr id="28" name="Text Box 9">
            <a:extLst>
              <a:ext uri="{FF2B5EF4-FFF2-40B4-BE49-F238E27FC236}">
                <a16:creationId xmlns:a16="http://schemas.microsoft.com/office/drawing/2014/main" id="{E61AD1B9-5F64-C488-341E-61801B7863E7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0" y="1422742"/>
            <a:ext cx="9921875" cy="9540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5600" b="1" dirty="0">
                <a:latin typeface="Arial Black" panose="020B0A04020102020204" pitchFamily="34" charset="0"/>
              </a:rPr>
              <a:t>NOME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6</Words>
  <Application>Microsoft Office PowerPoint</Application>
  <PresentationFormat>Papel A4 (210 x 297 mm)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Black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Joao Carlos Costa Pereira da Silva</dc:creator>
  <cp:lastModifiedBy>Joao Carlos Costa Pereira da Silva</cp:lastModifiedBy>
  <cp:revision>8</cp:revision>
  <dcterms:modified xsi:type="dcterms:W3CDTF">2026-10-23T13:30:49Z</dcterms:modified>
</cp:coreProperties>
</file>