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403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72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53DD-5709-5340-1340-F22083013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4" descr="Logotipo&#10;&#10;O conteúdo gerado por IA pode estar incorreto.">
            <a:extLst>
              <a:ext uri="{FF2B5EF4-FFF2-40B4-BE49-F238E27FC236}">
                <a16:creationId xmlns:a16="http://schemas.microsoft.com/office/drawing/2014/main" id="{DD4E1C2A-0D34-1D86-B0DD-787EAAFF35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5806" y="2374106"/>
            <a:ext cx="3168650" cy="79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m 4" descr="Logotipo&#10;&#10;O conteúdo gerado por IA pode estar incorreto.">
            <a:extLst>
              <a:ext uri="{FF2B5EF4-FFF2-40B4-BE49-F238E27FC236}">
                <a16:creationId xmlns:a16="http://schemas.microsoft.com/office/drawing/2014/main" id="{48CC8C29-2D81-D7CD-3066-D846558905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-343694" y="3695700"/>
            <a:ext cx="3168650" cy="79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4" name="Text Box 9">
            <a:extLst>
              <a:ext uri="{FF2B5EF4-FFF2-40B4-BE49-F238E27FC236}">
                <a16:creationId xmlns:a16="http://schemas.microsoft.com/office/drawing/2014/main" id="{888D0166-AC5B-A085-BD97-1FBE1E9F99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2" y="4559305"/>
            <a:ext cx="9921875" cy="2185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3075" name="Text Box 9">
            <a:extLst>
              <a:ext uri="{FF2B5EF4-FFF2-40B4-BE49-F238E27FC236}">
                <a16:creationId xmlns:a16="http://schemas.microsoft.com/office/drawing/2014/main" id="{1AED89DD-CE22-5190-3721-654DF85C1F94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4762" y="283364"/>
            <a:ext cx="9921875" cy="2185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pic>
        <p:nvPicPr>
          <p:cNvPr id="3077" name="Imagem 3">
            <a:extLst>
              <a:ext uri="{FF2B5EF4-FFF2-40B4-BE49-F238E27FC236}">
                <a16:creationId xmlns:a16="http://schemas.microsoft.com/office/drawing/2014/main" id="{AB2EBDD0-D825-A21B-47CA-51893974A6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505200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8" name="Imagem 4">
            <a:extLst>
              <a:ext uri="{FF2B5EF4-FFF2-40B4-BE49-F238E27FC236}">
                <a16:creationId xmlns:a16="http://schemas.microsoft.com/office/drawing/2014/main" id="{E064F9AF-0004-CE2C-AD86-6911F33B6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m 3">
            <a:extLst>
              <a:ext uri="{FF2B5EF4-FFF2-40B4-BE49-F238E27FC236}">
                <a16:creationId xmlns:a16="http://schemas.microsoft.com/office/drawing/2014/main" id="{B67B0BE5-4CF1-5808-D3E5-26DADEDC11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1" y="3130551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6827813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4</cp:revision>
  <dcterms:modified xsi:type="dcterms:W3CDTF">2026-10-21T19:59:37Z</dcterms:modified>
</cp:coreProperties>
</file>