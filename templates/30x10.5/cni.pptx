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98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E32DC4-68E8-4DCE-9830-907E10BB680F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3013"/>
            <a:ext cx="48466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1038" y="4786313"/>
            <a:ext cx="5443537" cy="39147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D1A913-3B3E-456F-889E-CCDA7E3A4E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844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8EDDA311-376F-FDA4-0E01-67078F3E8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578984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45AFF8DF-4C34-6A4F-95A0-465BEE35D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457576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4B13B9EA-51E6-43CD-09A6-2445F01E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FE8CF5E-F4CD-C02B-87B6-B42939007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737" y="2470944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1812BCD4-B0EC-F6C3-0406-AF0882123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040896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E909658-CE4A-0371-3BBE-B7CA1841A1CC}"/>
              </a:ext>
            </a:extLst>
          </p:cNvPr>
          <p:cNvSpPr txBox="1"/>
          <p:nvPr/>
        </p:nvSpPr>
        <p:spPr>
          <a:xfrm>
            <a:off x="0" y="4534585"/>
            <a:ext cx="99059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2C93D1EF-1E6B-1C3D-9A7E-2366EEB600E7}"/>
              </a:ext>
            </a:extLst>
          </p:cNvPr>
          <p:cNvSpPr txBox="1"/>
          <p:nvPr/>
        </p:nvSpPr>
        <p:spPr>
          <a:xfrm>
            <a:off x="1" y="5259185"/>
            <a:ext cx="9905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9F6CE8B-B56F-D5B8-F80A-01214B670DAF}"/>
              </a:ext>
            </a:extLst>
          </p:cNvPr>
          <p:cNvSpPr txBox="1"/>
          <p:nvPr/>
        </p:nvSpPr>
        <p:spPr>
          <a:xfrm rot="10800000">
            <a:off x="3" y="1308080"/>
            <a:ext cx="99059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7769B04-2F67-0DEF-E0A3-65A8CFE5A83B}"/>
              </a:ext>
            </a:extLst>
          </p:cNvPr>
          <p:cNvSpPr txBox="1"/>
          <p:nvPr/>
        </p:nvSpPr>
        <p:spPr>
          <a:xfrm rot="10800000">
            <a:off x="-1" y="824050"/>
            <a:ext cx="99059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2422F80-A5EF-56FD-EF63-A35568C1F796}"/>
              </a:ext>
            </a:extLst>
          </p:cNvPr>
          <p:cNvSpPr txBox="1"/>
          <p:nvPr/>
        </p:nvSpPr>
        <p:spPr>
          <a:xfrm>
            <a:off x="2" y="5798105"/>
            <a:ext cx="9905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763A7C6-6473-B41E-2FEA-7EB497ED914F}"/>
              </a:ext>
            </a:extLst>
          </p:cNvPr>
          <p:cNvSpPr txBox="1"/>
          <p:nvPr/>
        </p:nvSpPr>
        <p:spPr>
          <a:xfrm rot="10800000">
            <a:off x="2" y="304386"/>
            <a:ext cx="9905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atin typeface="Arial Black" panose="020B0A04020102020204" pitchFamily="34" charset="0"/>
              </a:rPr>
              <a:t>CARGO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10</cp:revision>
  <cp:lastPrinted>2026-10-23T13:17:37Z</cp:lastPrinted>
  <dcterms:modified xsi:type="dcterms:W3CDTF">2026-10-23T13:28:06Z</dcterms:modified>
</cp:coreProperties>
</file>