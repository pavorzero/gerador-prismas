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398" r:id="rId2"/>
  </p:sldIdLst>
  <p:sldSz cx="9906000" cy="6858000" type="A4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251">
          <p15:clr>
            <a:srgbClr val="A4A3A4"/>
          </p15:clr>
        </p15:guide>
        <p15:guide id="4" orient="horz" pos="2069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13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0A330-5673-4223-9DF8-F54DE099C509}" v="32" dt="2026-10-21T19:52:47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32" y="108"/>
      </p:cViewPr>
      <p:guideLst>
        <p:guide pos="3120"/>
        <p:guide orient="horz" pos="2160"/>
        <p:guide orient="horz" pos="2251"/>
        <p:guide orient="horz" pos="2069"/>
        <p:guide orient="horz" pos="2931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Carlos Costa Pereira da Silva" userId="86999073-4e96-474d-be57-b0cb0e320343" providerId="ADAL" clId="{BBD38067-A866-4367-A526-BEE2AD7DB6F3}"/>
    <pc:docChg chg="modSld">
      <pc:chgData name="Joao Carlos Costa Pereira da Silva" userId="86999073-4e96-474d-be57-b0cb0e320343" providerId="ADAL" clId="{BBD38067-A866-4367-A526-BEE2AD7DB6F3}" dt="2026-10-21T19:52:47.053" v="31" actId="1076"/>
      <pc:docMkLst>
        <pc:docMk/>
      </pc:docMkLst>
      <pc:sldChg chg="modSp">
        <pc:chgData name="Joao Carlos Costa Pereira da Silva" userId="86999073-4e96-474d-be57-b0cb0e320343" providerId="ADAL" clId="{BBD38067-A866-4367-A526-BEE2AD7DB6F3}" dt="2026-10-21T19:52:12.525" v="22" actId="197"/>
        <pc:sldMkLst>
          <pc:docMk/>
          <pc:sldMk cId="0" sldId="398"/>
        </pc:sldMkLst>
        <pc:picChg chg="mod">
          <ac:chgData name="Joao Carlos Costa Pereira da Silva" userId="86999073-4e96-474d-be57-b0cb0e320343" providerId="ADAL" clId="{BBD38067-A866-4367-A526-BEE2AD7DB6F3}" dt="2026-10-21T19:52:12.525" v="22" actId="197"/>
          <ac:picMkLst>
            <pc:docMk/>
            <pc:sldMk cId="0" sldId="398"/>
            <ac:picMk id="3" creationId="{1812BCD4-B0EC-F6C3-0406-AF08821233E0}"/>
          </ac:picMkLst>
        </pc:picChg>
        <pc:picChg chg="mod">
          <ac:chgData name="Joao Carlos Costa Pereira da Silva" userId="86999073-4e96-474d-be57-b0cb0e320343" providerId="ADAL" clId="{BBD38067-A866-4367-A526-BEE2AD7DB6F3}" dt="2026-10-21T19:50:51.031" v="14" actId="1076"/>
          <ac:picMkLst>
            <pc:docMk/>
            <pc:sldMk cId="0" sldId="398"/>
            <ac:picMk id="3079" creationId="{DFE8CF5E-F4CD-C02B-87B6-B42939007829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1:32.340" v="21" actId="1076"/>
        <pc:sldMkLst>
          <pc:docMk/>
          <pc:sldMk cId="0" sldId="399"/>
        </pc:sldMkLst>
        <pc:picChg chg="mod">
          <ac:chgData name="Joao Carlos Costa Pereira da Silva" userId="86999073-4e96-474d-be57-b0cb0e320343" providerId="ADAL" clId="{BBD38067-A866-4367-A526-BEE2AD7DB6F3}" dt="2026-10-21T19:50:57.966" v="16" actId="1076"/>
          <ac:picMkLst>
            <pc:docMk/>
            <pc:sldMk cId="0" sldId="399"/>
            <ac:picMk id="3" creationId="{8F0B2BB0-781A-B680-95B7-E66B6DD9BF44}"/>
          </ac:picMkLst>
        </pc:picChg>
        <pc:picChg chg="mod">
          <ac:chgData name="Joao Carlos Costa Pereira da Silva" userId="86999073-4e96-474d-be57-b0cb0e320343" providerId="ADAL" clId="{BBD38067-A866-4367-A526-BEE2AD7DB6F3}" dt="2026-10-21T19:51:32.340" v="21" actId="1076"/>
          <ac:picMkLst>
            <pc:docMk/>
            <pc:sldMk cId="0" sldId="399"/>
            <ac:picMk id="5" creationId="{1D6DFF42-B699-E25E-0DCF-E5F71621026D}"/>
          </ac:picMkLst>
        </pc:picChg>
        <pc:picChg chg="del">
          <ac:chgData name="Joao Carlos Costa Pereira da Silva" userId="86999073-4e96-474d-be57-b0cb0e320343" providerId="ADAL" clId="{BBD38067-A866-4367-A526-BEE2AD7DB6F3}" dt="2026-10-21T19:49:48.600" v="6" actId="478"/>
          <ac:picMkLst>
            <pc:docMk/>
            <pc:sldMk cId="0" sldId="399"/>
            <ac:picMk id="4102" creationId="{D35131B4-14AA-0C18-8642-BD7B6530A73A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2:47.053" v="31" actId="1076"/>
        <pc:sldMkLst>
          <pc:docMk/>
          <pc:sldMk cId="1168278135" sldId="403"/>
        </pc:sldMkLst>
        <pc:picChg chg="mod">
          <ac:chgData name="Joao Carlos Costa Pereira da Silva" userId="86999073-4e96-474d-be57-b0cb0e320343" providerId="ADAL" clId="{BBD38067-A866-4367-A526-BEE2AD7DB6F3}" dt="2026-10-21T19:52:21.827" v="23" actId="197"/>
          <ac:picMkLst>
            <pc:docMk/>
            <pc:sldMk cId="1168278135" sldId="403"/>
            <ac:picMk id="3" creationId="{B67B0BE5-4CF1-5808-D3E5-26DADEDC110F}"/>
          </ac:picMkLst>
        </pc:picChg>
        <pc:picChg chg="mod">
          <ac:chgData name="Joao Carlos Costa Pereira da Silva" userId="86999073-4e96-474d-be57-b0cb0e320343" providerId="ADAL" clId="{BBD38067-A866-4367-A526-BEE2AD7DB6F3}" dt="2026-10-21T19:51:13.275" v="18" actId="167"/>
          <ac:picMkLst>
            <pc:docMk/>
            <pc:sldMk cId="1168278135" sldId="403"/>
            <ac:picMk id="4" creationId="{48CC8C29-2D81-D7CD-3066-D84655890503}"/>
          </ac:picMkLst>
        </pc:picChg>
        <pc:picChg chg="mod">
          <ac:chgData name="Joao Carlos Costa Pereira da Silva" userId="86999073-4e96-474d-be57-b0cb0e320343" providerId="ADAL" clId="{BBD38067-A866-4367-A526-BEE2AD7DB6F3}" dt="2026-10-21T19:52:47.053" v="31" actId="1076"/>
          <ac:picMkLst>
            <pc:docMk/>
            <pc:sldMk cId="1168278135" sldId="403"/>
            <ac:picMk id="6" creationId="{DD4E1C2A-0D34-1D86-B0DD-787EAAFF35D2}"/>
          </ac:picMkLst>
        </pc:picChg>
        <pc:picChg chg="del">
          <ac:chgData name="Joao Carlos Costa Pereira da Silva" userId="86999073-4e96-474d-be57-b0cb0e320343" providerId="ADAL" clId="{BBD38067-A866-4367-A526-BEE2AD7DB6F3}" dt="2026-10-21T19:51:15.709" v="19" actId="478"/>
          <ac:picMkLst>
            <pc:docMk/>
            <pc:sldMk cId="1168278135" sldId="403"/>
            <ac:picMk id="3076" creationId="{F6A4DAA4-FB59-3066-477F-79FF856DC716}"/>
          </ac:picMkLst>
        </pc:picChg>
        <pc:picChg chg="del">
          <ac:chgData name="Joao Carlos Costa Pereira da Silva" userId="86999073-4e96-474d-be57-b0cb0e320343" providerId="ADAL" clId="{BBD38067-A866-4367-A526-BEE2AD7DB6F3}" dt="2026-10-21T19:52:38.874" v="29" actId="478"/>
          <ac:picMkLst>
            <pc:docMk/>
            <pc:sldMk cId="1168278135" sldId="403"/>
            <ac:picMk id="3079" creationId="{95A5885C-ABBC-D09C-D44C-C0FCBB5D30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17D37BA-CEB8-4E49-80BD-03E3F0D6C2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1567C46-631C-EBD7-ECEC-F99BEA1B18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57512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algn="r"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C62EECA-4070-9D2D-2D64-C067E894036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463"/>
            <a:ext cx="2960688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C57CAD9-FB40-2A46-9C94-73D57C8123A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15463"/>
            <a:ext cx="2957512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defRPr sz="1200"/>
            </a:lvl1pPr>
          </a:lstStyle>
          <a:p>
            <a:pPr>
              <a:defRPr/>
            </a:pPr>
            <a:fld id="{60B6ED88-E744-466B-A39D-5BE029F8579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2F4CD9-54C3-BDDC-6C6A-19C09632C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EE4E84-8DBF-CE34-E1B1-E80C91ACD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BA3E0E-0A6F-C7F4-9E1B-086CAEA97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8114D-9053-4D59-AF31-C4B6968576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565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D25B3C-C5D5-5083-F573-635E06CE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AE5F7-F1D7-7BC2-36C5-2D166B3C15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8903F0-86C4-2881-9BAF-6320C73D4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092A2-C27F-49F5-9B76-B21FA463CA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710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855FCB-5C89-6108-2E11-F4D182F0A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341841-FB2C-F2AE-2C3E-483F4D15C4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6BECF3-084A-A4D1-C105-EEF523036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6052E-97FF-4831-BC9E-509073F34C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214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547BD-0B18-86AB-0BE7-8BA4E32DC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652FB-3FD9-625C-3030-427100DE2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5CC32-2294-E576-07C2-4906DD454B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B7EE-888B-4359-AFD9-19A2DCC5542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4321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240B98-A0E5-ECBB-BE3B-2148F1BA6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2D8E40-14EC-8069-571C-E50659D927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A81C03-3983-2EA7-72D0-1CEECB5B1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B514F-F109-45B2-8BA7-C3F4F304E5D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11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CCEACA-2FA9-E51E-5EDD-CE4E18DB0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DDC218-103E-F0EC-01BA-B09DAB2F2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7F284F3-BA0D-3902-36FB-FA6FE1BAF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D53A-BE38-4588-AF6E-4DB86084AAF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24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46743F-DC28-246D-A6C5-3C4535856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66DB0F0-5AA6-8712-5A91-F36BE9316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D0696A-1189-AFAE-16F8-D34642736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6D096-1348-42DD-A7AB-DEFF4CB03B4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89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50919-3408-DA93-F8E5-8AD40B4378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6FDA0-FA18-EB02-BF58-41C2369AB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B7B55-BEAB-ABBE-99CE-F3377E6DA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8E12F-5336-4A4F-B128-DB199E1F22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345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1FE76-9BBC-9DB4-D22C-FBAFD5CE8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68510-023E-56BC-5609-76D7048C2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87774-9FFE-A29D-86D3-96A25493B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0B003-BEE3-4EDE-8D6E-C24488F40FB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1421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60AAB9-9D2A-7B84-B529-E3F385244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6A568D-65FA-ACCB-ADDF-7964BBB58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773601-F7B2-5766-64B7-01F89D171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00AE5-4F8F-4AF6-9522-DEFBC3C5008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5503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A5A87E-3F61-342B-1991-A73ED6197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2A0F88-B2CE-4CF2-3003-AC24E9C1B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6A892-8D1F-EA51-95BB-763484554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332BB-B8D8-4E4E-A97A-9FD6B63727E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622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C91F98-B280-84EA-46CF-8A2B690B2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583879-CC99-771D-BA53-436D7ABB2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36AF96-A8D7-D2B4-DBE4-8FEA757B2D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17E382-FEC2-1AF3-1F3B-0C9DD5EADC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14B5BD-5F74-4231-54E6-EBB624F0E6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B241C6C-4233-4A53-B9E0-F78F1387C63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7338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30188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9">
            <a:extLst>
              <a:ext uri="{FF2B5EF4-FFF2-40B4-BE49-F238E27FC236}">
                <a16:creationId xmlns:a16="http://schemas.microsoft.com/office/drawing/2014/main" id="{7C8F1E7A-FFEE-0B33-14D8-B7AC3772D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3" y="4676775"/>
            <a:ext cx="99218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3075" name="Text Box 9">
            <a:extLst>
              <a:ext uri="{FF2B5EF4-FFF2-40B4-BE49-F238E27FC236}">
                <a16:creationId xmlns:a16="http://schemas.microsoft.com/office/drawing/2014/main" id="{7FE84379-0892-FCC9-7DED-1D348A2B8E4D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15875" y="549275"/>
            <a:ext cx="99218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</p:txBody>
      </p:sp>
      <p:pic>
        <p:nvPicPr>
          <p:cNvPr id="3076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8EDDA311-376F-FDA4-0E01-67078F3E8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16338"/>
            <a:ext cx="248126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Imagem 3">
            <a:extLst>
              <a:ext uri="{FF2B5EF4-FFF2-40B4-BE49-F238E27FC236}">
                <a16:creationId xmlns:a16="http://schemas.microsoft.com/office/drawing/2014/main" id="{45AFF8DF-4C34-6A4F-95A0-465BEE35D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>
            <a:off x="5024438" y="3505200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Imagem 4">
            <a:extLst>
              <a:ext uri="{FF2B5EF4-FFF2-40B4-BE49-F238E27FC236}">
                <a16:creationId xmlns:a16="http://schemas.microsoft.com/office/drawing/2014/main" id="{4B13B9EA-51E6-43CD-09A6-2445F01E6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75" r="53191" b="-829"/>
          <a:stretch>
            <a:fillRect/>
          </a:stretch>
        </p:blipFill>
        <p:spPr bwMode="auto">
          <a:xfrm>
            <a:off x="0" y="2992438"/>
            <a:ext cx="48815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FE8CF5E-F4CD-C02B-87B6-B42939007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737" y="2262187"/>
            <a:ext cx="248126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3">
            <a:extLst>
              <a:ext uri="{FF2B5EF4-FFF2-40B4-BE49-F238E27FC236}">
                <a16:creationId xmlns:a16="http://schemas.microsoft.com/office/drawing/2014/main" id="{1812BCD4-B0EC-F6C3-0406-AF0882123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 flipH="1" flipV="1">
            <a:off x="1" y="3130551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Carlos Costa Pereira da Silva</dc:creator>
  <cp:lastModifiedBy>Joao Carlos Costa Pereira da Silva</cp:lastModifiedBy>
  <cp:revision>2</cp:revision>
  <dcterms:modified xsi:type="dcterms:W3CDTF">2026-10-21T19:54:32Z</dcterms:modified>
</cp:coreProperties>
</file>