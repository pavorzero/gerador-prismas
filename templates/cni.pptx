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903" r:id="rId6"/>
  </p:sldIdLst>
  <p:sldSz cx="6858000" cy="9144000" type="screen4x3"/>
  <p:notesSz cx="6805613" cy="99441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3" autoAdjust="0"/>
    <p:restoredTop sz="94638" autoAdjust="0"/>
  </p:normalViewPr>
  <p:slideViewPr>
    <p:cSldViewPr>
      <p:cViewPr>
        <p:scale>
          <a:sx n="100" d="100"/>
          <a:sy n="100" d="100"/>
        </p:scale>
        <p:origin x="2862" y="-10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EC650E-73B6-C5F1-6FC0-C573163EB2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5CE0BC-0268-2E9A-FD21-0AD588DBE8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4450" y="0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B8DAF59F-0ADA-4842-9CBD-3828502A3424}" type="datetimeFigureOut">
              <a:rPr lang="pt-BR"/>
              <a:pPr>
                <a:defRPr/>
              </a:pPr>
              <a:t>01/10/2026</a:t>
            </a:fld>
            <a:endParaRPr lang="pt-BR" dirty="0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B1BB1ACD-4797-0775-2DC3-25716011B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05013" y="744538"/>
            <a:ext cx="2795587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726" tIns="46864" rIns="93726" bIns="46864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5F5044FC-BC3D-6DE5-74D6-FC6791BF6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625" y="4724400"/>
            <a:ext cx="5443538" cy="4475163"/>
          </a:xfrm>
          <a:prstGeom prst="rect">
            <a:avLst/>
          </a:prstGeom>
        </p:spPr>
        <p:txBody>
          <a:bodyPr vert="horz" lIns="93726" tIns="46864" rIns="93726" bIns="46864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C59486-48F0-6EB1-A8E0-4EA5A94A84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49575" cy="496888"/>
          </a:xfrm>
          <a:prstGeom prst="rect">
            <a:avLst/>
          </a:prstGeom>
        </p:spPr>
        <p:txBody>
          <a:bodyPr vert="horz" lIns="93726" tIns="46864" rIns="93726" bIns="4686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1FB6A3-B90E-C705-D688-70DCCC3DA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</p:spPr>
        <p:txBody>
          <a:bodyPr vert="horz" wrap="square" lIns="93726" tIns="46864" rIns="93726" bIns="46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580EE82-62B8-4FBD-86BF-9696C65DB9D6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Imagem de Slide 1">
            <a:extLst>
              <a:ext uri="{FF2B5EF4-FFF2-40B4-BE49-F238E27FC236}">
                <a16:creationId xmlns:a16="http://schemas.microsoft.com/office/drawing/2014/main" id="{C9404A3F-A549-0517-3D15-6A9BCE3798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Espaço Reservado para Anotações 2">
            <a:extLst>
              <a:ext uri="{FF2B5EF4-FFF2-40B4-BE49-F238E27FC236}">
                <a16:creationId xmlns:a16="http://schemas.microsoft.com/office/drawing/2014/main" id="{A9D3DC24-E492-EEF9-C9A2-7B536A5362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100" name="Espaço Reservado para Número de Slide 3">
            <a:extLst>
              <a:ext uri="{FF2B5EF4-FFF2-40B4-BE49-F238E27FC236}">
                <a16:creationId xmlns:a16="http://schemas.microsoft.com/office/drawing/2014/main" id="{F173E28C-14B2-6284-9E57-5A991B565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69938" indent="-290513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858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6687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1447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6019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591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5163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73513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371CAC7-6DB5-44E4-BCA1-BCD8DF622C4F}" type="slidenum">
              <a:rPr lang="pt-BR" altLang="pt-BR" sz="13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pt-BR" altLang="pt-BR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462516-88E7-789E-6009-F12DC23F22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FC5C235-BEA5-AEE9-23F8-BB80DA2224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6ED926-0442-5E3B-81BE-2FE127DD64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D63AE-82CE-48BB-B0E5-019669510D1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91517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249C8B-33FC-CCC7-2F00-E11457D448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1FB848-F891-EBA0-802A-76859A6464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342D94-8837-F9F5-4AF5-83141AF14A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0C742-C817-4F04-8A03-B1D9EA24FAA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88518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70A7CB-415F-8080-B3DB-F41A08EAF3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631F94-C404-A406-30E1-42981C332B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008F91-A65F-5C2D-8937-24ADEFD7F1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D5CB1-762A-4057-8767-AC5A805294E4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27974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F2097A-7BDF-0B3C-1130-B857E022B2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1DE7A-2FBC-011D-0A07-871E08D668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F18F33-9C95-5D43-6BF4-427A2890BE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51CE4-7120-40B4-804A-356CCEF8920C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91035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8104A2A-971D-F97F-69E5-4F1576098D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2AD5B76-37E5-E966-8698-323964AB15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307946B-2C1F-3B5F-5BD0-1D719FDF3B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9F5554-45D3-4CE0-A6D5-D86F79B48C28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7239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36C8315-7C64-1109-DDC1-C1CA573E11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BA71F43-0A26-6EA1-1EF6-97A53F7EAE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C891BC6-E685-3253-8785-3D4F855C8C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D452C-153D-4A74-ADC1-80FD7D34C4A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1310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8035ED0-1CAF-731C-457E-F725233EEB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C105C5-94B8-4E6B-1924-3F3E75430A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900DBB1-3CCC-1948-EB0D-CF206228D6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BEF01-6D70-4B5A-A55E-2E3D90501375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049038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B329A-1A22-DF8F-D276-C35B8656C3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BD51E8-0E57-CFFA-FB1E-1C4642DA63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2C2C8F-0002-3FD2-EAB7-CE11E344F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A1FA-6BC5-4AC1-BC1D-98AE6A48BD15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65714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F707A2-CF03-896C-04D7-87A4148757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81389C-E706-0BDC-4526-84841BC01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E1B75F-160F-C410-BF85-AE70C75B0D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25E12-FF72-4774-A671-4DFDEBDEC604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25255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D51646-35DF-3744-6C81-DF9BEDE76C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71E326-73B9-43D0-D38E-C2B383B54C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A00902-ED21-1BEE-1C1D-6D65D8283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1106B-4E08-42FF-B6B8-D3D9014B7CE6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66166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03C71C-6F96-87AC-F752-F1DF464263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476D54-46A0-448C-A838-0CE28E4EB6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46239D-1732-A8CB-A5D3-B4F3ED37B8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B533C-1753-45F9-AF6D-281446F8ACFA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33534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754C30-6757-07AA-5BC4-045A13B9C3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713"/>
            <a:ext cx="6172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1A1CE6F-AD22-8915-48AC-7771B639F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0"/>
            <a:ext cx="6172200" cy="603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85F3FE-E033-420A-C5B5-D918639E33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546FDC-FCEA-ED80-3273-85DB9B2B12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438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A2BB79-89D3-3B87-67B7-AF12824D2B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438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0852027-788C-49A3-904F-E9C07E151AD3}" type="slidenum">
              <a:rPr lang="pt-BR" altLang="pt-BR"/>
              <a:pPr>
                <a:defRPr/>
              </a:pPr>
              <a:t>‹nº›</a:t>
            </a:fld>
            <a:endParaRPr lang="pt-BR" alt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2C654295-6E05-30BF-0FE9-A5470B413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122"/>
          <a:stretch>
            <a:fillRect/>
          </a:stretch>
        </p:blipFill>
        <p:spPr>
          <a:xfrm>
            <a:off x="3174" y="4644008"/>
            <a:ext cx="6854826" cy="861231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6CC10F18-263B-582B-8BD8-2B3760787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122"/>
          <a:stretch>
            <a:fillRect/>
          </a:stretch>
        </p:blipFill>
        <p:spPr>
          <a:xfrm rot="10800000">
            <a:off x="-3175" y="3624964"/>
            <a:ext cx="6854826" cy="861231"/>
          </a:xfrm>
          <a:prstGeom prst="rect">
            <a:avLst/>
          </a:prstGeom>
        </p:spPr>
      </p:pic>
      <p:sp>
        <p:nvSpPr>
          <p:cNvPr id="3074" name="Text Box 9">
            <a:extLst>
              <a:ext uri="{FF2B5EF4-FFF2-40B4-BE49-F238E27FC236}">
                <a16:creationId xmlns:a16="http://schemas.microsoft.com/office/drawing/2014/main" id="{48830939-DC3F-B55F-BCBF-1D9AC754240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-1588" y="2230438"/>
            <a:ext cx="68595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/>
          </a:p>
        </p:txBody>
      </p:sp>
      <p:sp>
        <p:nvSpPr>
          <p:cNvPr id="3075" name="AutoShape 7" descr="MEI_horizontal.jpg">
            <a:extLst>
              <a:ext uri="{FF2B5EF4-FFF2-40B4-BE49-F238E27FC236}">
                <a16:creationId xmlns:a16="http://schemas.microsoft.com/office/drawing/2014/main" id="{B11F6675-8960-3F29-AED4-9B29ED8F00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6" name="AutoShape 9" descr="MEI_horizontal.jpg">
            <a:extLst>
              <a:ext uri="{FF2B5EF4-FFF2-40B4-BE49-F238E27FC236}">
                <a16:creationId xmlns:a16="http://schemas.microsoft.com/office/drawing/2014/main" id="{F1E35C01-ADB9-092D-FB48-47C00EEEC8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7" name="AutoShape 11" descr="MEI_horizontal.jpg">
            <a:extLst>
              <a:ext uri="{FF2B5EF4-FFF2-40B4-BE49-F238E27FC236}">
                <a16:creationId xmlns:a16="http://schemas.microsoft.com/office/drawing/2014/main" id="{A8E85019-4133-FC4D-C5B4-70479391E2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989F94-F917-A679-AD33-2F8A62426896}"/>
              </a:ext>
            </a:extLst>
          </p:cNvPr>
          <p:cNvSpPr txBox="1"/>
          <p:nvPr/>
        </p:nvSpPr>
        <p:spPr>
          <a:xfrm>
            <a:off x="-3175" y="624363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6B192F0-E2DC-F627-94F6-4A52B365D276}"/>
              </a:ext>
            </a:extLst>
          </p:cNvPr>
          <p:cNvSpPr txBox="1"/>
          <p:nvPr/>
        </p:nvSpPr>
        <p:spPr>
          <a:xfrm>
            <a:off x="0" y="6913562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7FFE1C-E9FC-A45E-5B7A-005265556C79}"/>
              </a:ext>
            </a:extLst>
          </p:cNvPr>
          <p:cNvSpPr txBox="1"/>
          <p:nvPr/>
        </p:nvSpPr>
        <p:spPr>
          <a:xfrm rot="10800000">
            <a:off x="-3175" y="2254032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CEC81E7-3540-76C2-B109-037DF628E0E1}"/>
              </a:ext>
            </a:extLst>
          </p:cNvPr>
          <p:cNvSpPr txBox="1"/>
          <p:nvPr/>
        </p:nvSpPr>
        <p:spPr>
          <a:xfrm rot="10800000">
            <a:off x="2255" y="1560513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>
                <a:latin typeface="Arial Black" panose="020B0A04020102020204" pitchFamily="34" charset="0"/>
              </a:rPr>
              <a:t>EMPRESA</a:t>
            </a:r>
            <a:endParaRPr lang="pt-BR" sz="3600" b="1" dirty="0">
              <a:latin typeface="Arial Black" panose="020B0A040201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797F12-0C05-B468-E4F5-D6F29051F99C}"/>
              </a:ext>
            </a:extLst>
          </p:cNvPr>
          <p:cNvSpPr txBox="1"/>
          <p:nvPr/>
        </p:nvSpPr>
        <p:spPr>
          <a:xfrm>
            <a:off x="-3175" y="6243637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1BD7C22-EEE7-FCDE-9454-AC9694320B1A}"/>
              </a:ext>
            </a:extLst>
          </p:cNvPr>
          <p:cNvSpPr txBox="1"/>
          <p:nvPr/>
        </p:nvSpPr>
        <p:spPr>
          <a:xfrm>
            <a:off x="0" y="6913562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9EFE183-206B-D41B-613F-AEBF4F417D70}"/>
              </a:ext>
            </a:extLst>
          </p:cNvPr>
          <p:cNvSpPr txBox="1"/>
          <p:nvPr/>
        </p:nvSpPr>
        <p:spPr>
          <a:xfrm rot="10800000">
            <a:off x="-3175" y="2254032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NOME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D9EC083-056C-2F90-9FBD-6E8A1B51EBCA}"/>
              </a:ext>
            </a:extLst>
          </p:cNvPr>
          <p:cNvSpPr txBox="1"/>
          <p:nvPr/>
        </p:nvSpPr>
        <p:spPr>
          <a:xfrm rot="10800000">
            <a:off x="2255" y="1560513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EMPRESA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9573431-A1D3-356C-8326-DA8BDBA562C5}"/>
              </a:ext>
            </a:extLst>
          </p:cNvPr>
          <p:cNvSpPr txBox="1"/>
          <p:nvPr/>
        </p:nvSpPr>
        <p:spPr>
          <a:xfrm>
            <a:off x="10192" y="7614568"/>
            <a:ext cx="6854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736BF8C-08B6-EE68-A2B5-B2A004088C91}"/>
              </a:ext>
            </a:extLst>
          </p:cNvPr>
          <p:cNvSpPr txBox="1"/>
          <p:nvPr/>
        </p:nvSpPr>
        <p:spPr>
          <a:xfrm rot="10800000">
            <a:off x="-15875" y="858126"/>
            <a:ext cx="687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Arial Black" panose="020B0A04020102020204" pitchFamily="34" charset="0"/>
              </a:rPr>
              <a:t>CARGO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5400" b="1" dirty="0" smtClean="0">
            <a:latin typeface="Arial Narrow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5c9727-5100-4635-8ab4-7993c9231f45">
      <Terms xmlns="http://schemas.microsoft.com/office/infopath/2007/PartnerControls"/>
    </lcf76f155ced4ddcb4097134ff3c332f>
    <TaxCatchAll xmlns="7ce125da-e76b-47fc-9237-55b34a0041bc"/>
  </documentManagement>
</p:properties>
</file>

<file path=customXml/item2.xml><?xml version="1.0" encoding="utf-8"?>
<LongProperties xmlns="http://schemas.microsoft.com/office/2006/metadata/longPropertie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4C17D42A3A51C4CA14100049298AECC" ma:contentTypeVersion="13" ma:contentTypeDescription="Crie um novo documento." ma:contentTypeScope="" ma:versionID="8d311fde1f2da28d6809b76d7398fa33">
  <xsd:schema xmlns:xsd="http://www.w3.org/2001/XMLSchema" xmlns:xs="http://www.w3.org/2001/XMLSchema" xmlns:p="http://schemas.microsoft.com/office/2006/metadata/properties" xmlns:ns2="eb5c9727-5100-4635-8ab4-7993c9231f45" xmlns:ns3="7ce125da-e76b-47fc-9237-55b34a0041bc" targetNamespace="http://schemas.microsoft.com/office/2006/metadata/properties" ma:root="true" ma:fieldsID="1f64857dd347c0c4d9f5b0e33d925bec" ns2:_="" ns3:_="">
    <xsd:import namespace="eb5c9727-5100-4635-8ab4-7993c9231f45"/>
    <xsd:import namespace="7ce125da-e76b-47fc-9237-55b34a0041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c9727-5100-4635-8ab4-7993c9231f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2b2c183d-4d2b-4583-b04a-86ecb4f81f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e125da-e76b-47fc-9237-55b34a0041b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81bd66a-c2a5-45d2-9c43-883b19a386f1}" ma:internalName="TaxCatchAll" ma:showField="CatchAllData" ma:web="7ce125da-e76b-47fc-9237-55b34a0041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E2FAFD-068D-4D66-8F68-C7EF59FBC04E}">
  <ds:schemaRefs>
    <ds:schemaRef ds:uri="http://schemas.microsoft.com/office/2006/documentManagement/types"/>
    <ds:schemaRef ds:uri="http://schemas.microsoft.com/office/2006/metadata/properties"/>
    <ds:schemaRef ds:uri="eb5c9727-5100-4635-8ab4-7993c9231f45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7ce125da-e76b-47fc-9237-55b34a0041b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453D884-A796-464E-A6FC-77007C3FC15F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D1354416-6689-4A5B-B06B-1A684ADED2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5c9727-5100-4635-8ab4-7993c9231f45"/>
    <ds:schemaRef ds:uri="7ce125da-e76b-47fc-9237-55b34a0041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4B8B211-2259-488B-BDA1-0DEA42DDBA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17334</TotalTime>
  <Words>11</Words>
  <Application>Microsoft Office PowerPoint</Application>
  <PresentationFormat>Apresentação na tela (4:3)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Calibri</vt:lpstr>
      <vt:lpstr>Design padrão</vt:lpstr>
      <vt:lpstr>Apresentação do PowerPoint</vt:lpstr>
    </vt:vector>
  </TitlesOfParts>
  <Company>SCNI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iaoliveira</dc:creator>
  <cp:lastModifiedBy>Joao Carlos Costa Pereira da Silva</cp:lastModifiedBy>
  <cp:revision>1996</cp:revision>
  <cp:lastPrinted>2025-12-09T20:07:53Z</cp:lastPrinted>
  <dcterms:created xsi:type="dcterms:W3CDTF">2010-07-30T13:45:50Z</dcterms:created>
  <dcterms:modified xsi:type="dcterms:W3CDTF">2026-10-01T12:53:59Z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d_Signature">
    <vt:lpwstr/>
  </property>
  <property fmtid="{D5CDD505-2E9C-101B-9397-08002B2CF9AE}" pid="3" name="display_urn:schemas-microsoft-com:office:office#Editor">
    <vt:lpwstr>Juliana Garcia Bortolin</vt:lpwstr>
  </property>
  <property fmtid="{D5CDD505-2E9C-101B-9397-08002B2CF9AE}" pid="4" name="xd_ProgID">
    <vt:lpwstr/>
  </property>
  <property fmtid="{D5CDD505-2E9C-101B-9397-08002B2CF9AE}" pid="5" name="_ExtendedDescription">
    <vt:lpwstr/>
  </property>
  <property fmtid="{D5CDD505-2E9C-101B-9397-08002B2CF9AE}" pid="6" name="display_urn:schemas-microsoft-com:office:office#Author">
    <vt:lpwstr>Juliana Garcia Bortolin</vt:lpwstr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ContentTypeId">
    <vt:lpwstr>0x010100421418C326C1B64EAB194EA6970B5B97</vt:lpwstr>
  </property>
  <property fmtid="{D5CDD505-2E9C-101B-9397-08002B2CF9AE}" pid="10" name="TriggerFlowInfo">
    <vt:lpwstr/>
  </property>
</Properties>
</file>